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7" d="100"/>
          <a:sy n="67" d="100"/>
        </p:scale>
        <p:origin x="-1476" y="-1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183084-7401-4066-81E8-17A055D68BD0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6F6BFA-F4C2-4D92-80B5-5A5B432D6F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78094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183084-7401-4066-81E8-17A055D68BD0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6F6BFA-F4C2-4D92-80B5-5A5B432D6F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14211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183084-7401-4066-81E8-17A055D68BD0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6F6BFA-F4C2-4D92-80B5-5A5B432D6F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8628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183084-7401-4066-81E8-17A055D68BD0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6F6BFA-F4C2-4D92-80B5-5A5B432D6F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0009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183084-7401-4066-81E8-17A055D68BD0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6F6BFA-F4C2-4D92-80B5-5A5B432D6F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36472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183084-7401-4066-81E8-17A055D68BD0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6F6BFA-F4C2-4D92-80B5-5A5B432D6F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18011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183084-7401-4066-81E8-17A055D68BD0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6F6BFA-F4C2-4D92-80B5-5A5B432D6F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34230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183084-7401-4066-81E8-17A055D68BD0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6F6BFA-F4C2-4D92-80B5-5A5B432D6F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68192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183084-7401-4066-81E8-17A055D68BD0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6F6BFA-F4C2-4D92-80B5-5A5B432D6F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29158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183084-7401-4066-81E8-17A055D68BD0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6F6BFA-F4C2-4D92-80B5-5A5B432D6F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11400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183084-7401-4066-81E8-17A055D68BD0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6F6BFA-F4C2-4D92-80B5-5A5B432D6F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8004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183084-7401-4066-81E8-17A055D68BD0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6F6BFA-F4C2-4D92-80B5-5A5B432D6F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11401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vi-VN" dirty="0" smtClean="0"/>
              <a:t>Phân tích và dự đoán bệnh</a:t>
            </a:r>
            <a:br>
              <a:rPr lang="vi-VN" dirty="0" smtClean="0"/>
            </a:br>
            <a:r>
              <a:rPr lang="vi-VN" dirty="0" smtClean="0"/>
              <a:t> tiểu đường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vi-VN" dirty="0" smtClean="0"/>
              <a:t>Họ và tên : Bùi Ngọc Anh</a:t>
            </a:r>
          </a:p>
          <a:p>
            <a:r>
              <a:rPr lang="vi-VN" dirty="0" smtClean="0"/>
              <a:t>Mssv : k225510201001</a:t>
            </a:r>
          </a:p>
          <a:p>
            <a:r>
              <a:rPr lang="vi-VN" dirty="0" smtClean="0"/>
              <a:t>Lớp : k58. KTP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15603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5122912" cy="1143000"/>
          </a:xfrm>
        </p:spPr>
        <p:txBody>
          <a:bodyPr>
            <a:normAutofit/>
          </a:bodyPr>
          <a:lstStyle/>
          <a:p>
            <a:r>
              <a:rPr lang="en-US" dirty="0" err="1" smtClean="0"/>
              <a:t>Tổng</a:t>
            </a:r>
            <a:r>
              <a:rPr lang="en-US" dirty="0" smtClean="0"/>
              <a:t> </a:t>
            </a:r>
            <a:r>
              <a:rPr lang="en-US" dirty="0" err="1" smtClean="0"/>
              <a:t>quan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36" y="1556792"/>
            <a:ext cx="5256584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vi-VN" sz="1400" b="1" dirty="0" smtClean="0"/>
              <a:t>Xu hướng công nghệ</a:t>
            </a:r>
            <a:r>
              <a:rPr lang="vi-VN" sz="1400" dirty="0" smtClean="0"/>
              <a:t>: Ứng dụng khoa học dữ liệu và học máy giúp tối ưu hóa thời gian, giảm tải áp lực cho hệ thống y tế tuyến đầu</a:t>
            </a:r>
          </a:p>
          <a:p>
            <a:pPr marL="0" indent="0">
              <a:buNone/>
            </a:pPr>
            <a:r>
              <a:rPr lang="vi-VN" sz="1400" b="1" dirty="0" smtClean="0"/>
              <a:t>Ý nghĩa thực tiễn </a:t>
            </a:r>
          </a:p>
          <a:p>
            <a:pPr marL="0" indent="0">
              <a:buNone/>
            </a:pPr>
            <a:r>
              <a:rPr lang="vi-VN" sz="1400" b="1" dirty="0" smtClean="0"/>
              <a:t>: </a:t>
            </a:r>
            <a:r>
              <a:rPr lang="vi-VN" sz="1400" dirty="0" smtClean="0"/>
              <a:t>Tự động hóa quy trình sàng lọc và phân loại</a:t>
            </a:r>
          </a:p>
          <a:p>
            <a:pPr marL="0" indent="0">
              <a:buNone/>
            </a:pPr>
            <a:r>
              <a:rPr lang="vi-VN" sz="1400" dirty="0" smtClean="0"/>
              <a:t>Hỗ trợ các chuyên gia y tế phát hiện sớm các dấu hiệu ,nguy cơ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140968"/>
            <a:ext cx="9144000" cy="3717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72604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Kiến</a:t>
            </a:r>
            <a:r>
              <a:rPr lang="en-US" dirty="0" smtClean="0"/>
              <a:t> </a:t>
            </a:r>
            <a:r>
              <a:rPr lang="en-US" dirty="0" err="1" smtClean="0"/>
              <a:t>Trúc</a:t>
            </a:r>
            <a:r>
              <a:rPr lang="en-US" dirty="0" smtClean="0"/>
              <a:t> </a:t>
            </a:r>
            <a:r>
              <a:rPr lang="en-US" dirty="0" err="1" smtClean="0"/>
              <a:t>Hệ</a:t>
            </a:r>
            <a:r>
              <a:rPr lang="en-US" dirty="0" smtClean="0"/>
              <a:t> </a:t>
            </a:r>
            <a:r>
              <a:rPr lang="en-US" dirty="0" err="1" smtClean="0"/>
              <a:t>Thống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72816"/>
            <a:ext cx="9036496" cy="3528392"/>
          </a:xfrm>
        </p:spPr>
      </p:pic>
    </p:spTree>
    <p:extLst>
      <p:ext uri="{BB962C8B-B14F-4D97-AF65-F5344CB8AC3E}">
        <p14:creationId xmlns:p14="http://schemas.microsoft.com/office/powerpoint/2010/main" val="38909174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Xử</a:t>
            </a:r>
            <a:r>
              <a:rPr lang="en-US" dirty="0" smtClean="0"/>
              <a:t> </a:t>
            </a:r>
            <a:r>
              <a:rPr lang="en-US" dirty="0" err="1" smtClean="0"/>
              <a:t>Lý</a:t>
            </a:r>
            <a:r>
              <a:rPr lang="en-US" dirty="0" smtClean="0"/>
              <a:t> </a:t>
            </a:r>
            <a:r>
              <a:rPr lang="en-US" dirty="0" err="1" smtClean="0"/>
              <a:t>Dữ</a:t>
            </a:r>
            <a:r>
              <a:rPr lang="en-US" dirty="0" smtClean="0"/>
              <a:t> </a:t>
            </a:r>
            <a:r>
              <a:rPr lang="en-US" dirty="0" err="1" smtClean="0"/>
              <a:t>Liệu</a:t>
            </a:r>
            <a:r>
              <a:rPr lang="en-US" dirty="0" smtClean="0"/>
              <a:t> </a:t>
            </a:r>
            <a:r>
              <a:rPr lang="en-US" dirty="0" err="1" smtClean="0"/>
              <a:t>Lâm</a:t>
            </a:r>
            <a:r>
              <a:rPr lang="en-US" dirty="0" smtClean="0"/>
              <a:t> </a:t>
            </a:r>
            <a:r>
              <a:rPr lang="en-US" dirty="0" err="1" smtClean="0"/>
              <a:t>Sàng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72816"/>
            <a:ext cx="9144000" cy="3600400"/>
          </a:xfrm>
        </p:spPr>
      </p:pic>
    </p:spTree>
    <p:extLst>
      <p:ext uri="{BB962C8B-B14F-4D97-AF65-F5344CB8AC3E}">
        <p14:creationId xmlns:p14="http://schemas.microsoft.com/office/powerpoint/2010/main" val="1282951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332656"/>
            <a:ext cx="4906888" cy="1143000"/>
          </a:xfrm>
        </p:spPr>
        <p:txBody>
          <a:bodyPr>
            <a:normAutofit fontScale="90000"/>
          </a:bodyPr>
          <a:lstStyle/>
          <a:p>
            <a:r>
              <a:rPr lang="en-US" dirty="0" err="1" smtClean="0"/>
              <a:t>Mô</a:t>
            </a:r>
            <a:r>
              <a:rPr lang="en-US" dirty="0" smtClean="0"/>
              <a:t> </a:t>
            </a:r>
            <a:r>
              <a:rPr lang="en-US" dirty="0" err="1" smtClean="0"/>
              <a:t>Hình</a:t>
            </a:r>
            <a:r>
              <a:rPr lang="en-US" dirty="0" smtClean="0"/>
              <a:t> </a:t>
            </a:r>
            <a:r>
              <a:rPr lang="en-US" dirty="0" err="1" smtClean="0"/>
              <a:t>Dự</a:t>
            </a:r>
            <a:r>
              <a:rPr lang="en-US" dirty="0" smtClean="0"/>
              <a:t> </a:t>
            </a:r>
            <a:r>
              <a:rPr lang="en-US" dirty="0" err="1" smtClean="0"/>
              <a:t>Đoán</a:t>
            </a:r>
            <a:r>
              <a:rPr lang="en-US" dirty="0" smtClean="0"/>
              <a:t> Random Forest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2" y="1628800"/>
            <a:ext cx="4896544" cy="4497363"/>
          </a:xfrm>
        </p:spPr>
        <p:txBody>
          <a:bodyPr>
            <a:normAutofit/>
          </a:bodyPr>
          <a:lstStyle/>
          <a:p>
            <a:r>
              <a:rPr lang="vi-VN" sz="1400" dirty="0" smtClean="0"/>
              <a:t>Sử dụng cấu hình mạnh mẽ với 100 cây quyết định (n_estimators=100).</a:t>
            </a:r>
          </a:p>
          <a:p>
            <a:r>
              <a:rPr lang="vi-VN" sz="1400" dirty="0" smtClean="0"/>
              <a:t>Phương pháp học có giám sát dựa trên 8 chỉ số đặc trưng lâm sàng.</a:t>
            </a:r>
          </a:p>
          <a:p>
            <a:r>
              <a:rPr lang="vi-VN" sz="1400" dirty="0" smtClean="0"/>
              <a:t>Khả năng xử lý tốt các biến có độ tương quan phức tạp và hạn chế hiện tượng quá khớp (Overfitting).</a:t>
            </a:r>
            <a:endParaRPr lang="en-US" sz="14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6056" y="0"/>
            <a:ext cx="406794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37147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 smtClean="0"/>
              <a:t>Hiệu Năng Dự Đoán Mô Hình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576" y="1844824"/>
            <a:ext cx="6984776" cy="2648320"/>
          </a:xfrm>
        </p:spPr>
      </p:pic>
    </p:spTree>
    <p:extLst>
      <p:ext uri="{BB962C8B-B14F-4D97-AF65-F5344CB8AC3E}">
        <p14:creationId xmlns:p14="http://schemas.microsoft.com/office/powerpoint/2010/main" val="522288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 smtClean="0"/>
              <a:t>Phân cụm K means 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528" y="1628800"/>
            <a:ext cx="8712968" cy="4104456"/>
          </a:xfrm>
        </p:spPr>
      </p:pic>
    </p:spTree>
    <p:extLst>
      <p:ext uri="{BB962C8B-B14F-4D97-AF65-F5344CB8AC3E}">
        <p14:creationId xmlns:p14="http://schemas.microsoft.com/office/powerpoint/2010/main" val="10226040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Trực</a:t>
            </a:r>
            <a:r>
              <a:rPr lang="en-US" dirty="0" smtClean="0"/>
              <a:t> </a:t>
            </a:r>
            <a:r>
              <a:rPr lang="en-US" dirty="0" err="1" smtClean="0"/>
              <a:t>Quan</a:t>
            </a:r>
            <a:r>
              <a:rPr lang="en-US" dirty="0" smtClean="0"/>
              <a:t> </a:t>
            </a:r>
            <a:r>
              <a:rPr lang="en-US" dirty="0" err="1" smtClean="0"/>
              <a:t>Hóa</a:t>
            </a:r>
            <a:r>
              <a:rPr lang="en-US" dirty="0" smtClean="0"/>
              <a:t> </a:t>
            </a:r>
            <a:r>
              <a:rPr lang="en-US" dirty="0" err="1" smtClean="0"/>
              <a:t>Phân</a:t>
            </a:r>
            <a:r>
              <a:rPr lang="en-US" dirty="0" smtClean="0"/>
              <a:t> </a:t>
            </a:r>
            <a:r>
              <a:rPr lang="en-US" dirty="0" err="1" smtClean="0"/>
              <a:t>Cụm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7624" y="1268760"/>
            <a:ext cx="6547586" cy="4824536"/>
          </a:xfrm>
        </p:spPr>
      </p:pic>
    </p:spTree>
    <p:extLst>
      <p:ext uri="{BB962C8B-B14F-4D97-AF65-F5344CB8AC3E}">
        <p14:creationId xmlns:p14="http://schemas.microsoft.com/office/powerpoint/2010/main" val="19889298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 smtClean="0"/>
              <a:t>Đặc điểm của các cụm dữ liệu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528" y="1700808"/>
            <a:ext cx="8352928" cy="3888432"/>
          </a:xfrm>
        </p:spPr>
      </p:pic>
    </p:spTree>
    <p:extLst>
      <p:ext uri="{BB962C8B-B14F-4D97-AF65-F5344CB8AC3E}">
        <p14:creationId xmlns:p14="http://schemas.microsoft.com/office/powerpoint/2010/main" val="24634761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 smtClean="0"/>
              <a:t>Kết luận &amp; Hướng phát triển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28800"/>
            <a:ext cx="8229600" cy="4525963"/>
          </a:xfrm>
        </p:spPr>
        <p:txBody>
          <a:bodyPr>
            <a:normAutofit/>
          </a:bodyPr>
          <a:lstStyle/>
          <a:p>
            <a:r>
              <a:rPr lang="vi-VN" sz="1400" dirty="0" smtClean="0"/>
              <a:t>. Đề tài đã thành công trong việc xây dựng một hệ thống phân tích và dự đoán bệnh tiểu đường</a:t>
            </a:r>
          </a:p>
          <a:p>
            <a:pPr marL="0" indent="0">
              <a:buNone/>
            </a:pPr>
            <a:endParaRPr lang="vi-VN" sz="1400" dirty="0" smtClean="0"/>
          </a:p>
          <a:p>
            <a:r>
              <a:rPr lang="vi-VN" sz="1400" dirty="0" smtClean="0"/>
              <a:t>Hướng phát triển: hướng đến việc cố gắng tìm kiếm và mở rộng quy mô thu thập các mẫu lâm sàng phong phú hơn nhằm nâng cao khả năng xử lý thực tế</a:t>
            </a:r>
            <a:endParaRPr lang="en-US" sz="14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789041"/>
            <a:ext cx="9144000" cy="3068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47140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589"/>
            <a:ext cx="9144000" cy="6853411"/>
          </a:xfrm>
        </p:spPr>
      </p:pic>
    </p:spTree>
    <p:extLst>
      <p:ext uri="{BB962C8B-B14F-4D97-AF65-F5344CB8AC3E}">
        <p14:creationId xmlns:p14="http://schemas.microsoft.com/office/powerpoint/2010/main" val="5317698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238</Words>
  <Application>Microsoft Office PowerPoint</Application>
  <PresentationFormat>On-screen Show (4:3)</PresentationFormat>
  <Paragraphs>23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Phân tích và dự đoán bệnh  tiểu đường</vt:lpstr>
      <vt:lpstr>Tổng quan</vt:lpstr>
      <vt:lpstr>Kiến Trúc Hệ Thống</vt:lpstr>
      <vt:lpstr>Xử Lý Dữ Liệu Lâm Sàng</vt:lpstr>
      <vt:lpstr>Mô Hình Dự Đoán Random Forest</vt:lpstr>
      <vt:lpstr>Hiệu Năng Dự Đoán Mô Hình</vt:lpstr>
      <vt:lpstr>Phân cụm K means </vt:lpstr>
      <vt:lpstr>Trực Quan Hóa Phân Cụm</vt:lpstr>
      <vt:lpstr>Đặc điểm của các cụm dữ liệu</vt:lpstr>
      <vt:lpstr>Kết luận &amp; Hướng phát triển</vt:lpstr>
      <vt:lpstr>PowerPoint Presentation</vt:lpstr>
    </vt:vector>
  </TitlesOfParts>
  <Company>HP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Phân tích và dự đoán bệnh  tiểu đường</dc:title>
  <dc:creator>mitclipclap1@gmail.com</dc:creator>
  <cp:lastModifiedBy>mitclipclap1@gmail.com</cp:lastModifiedBy>
  <cp:revision>5</cp:revision>
  <dcterms:created xsi:type="dcterms:W3CDTF">2026-06-21T17:09:45Z</dcterms:created>
  <dcterms:modified xsi:type="dcterms:W3CDTF">2026-06-21T17:41:28Z</dcterms:modified>
</cp:coreProperties>
</file>